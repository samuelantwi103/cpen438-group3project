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A4A"/>
                </a:solidFill>
              </a:defRPr>
            </a:pPr>
            <a:r>
              <a:t>Roofline Reckoning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Quantitative Performance Characterisation of Ghanaian Fintech and Climate Workloads</a:t>
            </a:r>
          </a:p>
          <a:p>
            <a:pPr>
              <a:defRPr sz="1600" i="1">
                <a:solidFill>
                  <a:srgbClr val="F18F01"/>
                </a:solidFill>
              </a:defRPr>
            </a:pPr>
            <a:r>
              <a:t>Final Defence — Project 1, Group 3, CPEN 438</a:t>
            </a:r>
          </a:p>
          <a:p>
            <a:pPr>
              <a:defRPr sz="1400">
                <a:solidFill>
                  <a:srgbClr val="444444"/>
                </a:solidFill>
              </a:defRPr>
            </a:pPr>
            <a:r>
              <a:t>Samuel Kojo Anafi Antwi (11164744) · Amponsah Jonathan Boadu (11293871) · Kumi Kelvin Gyabaah (11012343) · Obed Ninson (11238291) · Theophilus Owusu-Manu (10985130)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Hardware procurement decisions for Ghanaian fintech/public-sector systems are made by analogy to generic benchmarks (e.g. SPEC CPU2017).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Generic benchmarks are compute-bound, portable, predictable-code-path programs by design — they do not resemble transaction matching, small-model regression, or irregular geospatial interpolation.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Claim to be tested: local, measured, workload-specific benchmarking tells a materially different story than a generic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Samuel Kojo Anafi Antwi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What We Built: GH-Bench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Three kernels, each a stand-in for a real Ghanaian workload class: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momo_match — mobile-money transaction matching (hash join)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cocobod_yield_regression — cocoa yield prediction (OLS regression)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rainfall_interpolate — Volta-basin rainfall gap-filling (IDW interpolation)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Measured — not estimated — using real hardware performance counters via the Linux perf_event_open syscall.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Two hardware configurations: 2-core and 8-core, taskset-restricted on one physical machine.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Kumi Kelvin Gyabaah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Measurement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Harness reads instructions, cycles, and cache-miss counters directly from CPU hardware — not a generic timer.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Timed region discipline: only the kernel call itself is measured, never I/O or data generation.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Real problem hit and solved: the fine-grained LLC-miss counter silently read 0 under our WSL2 virtualised environment — caught with a dedicated cache-busting test, substituted for a working generic counter.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Five repetitions per cell after one documented warm-up run; 36 total measured runs in the main matrix.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Amponsah Jonathan Boadu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Results — CPU-Time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All six (kernel x configuration) cells validated against an independent analytical prediction, within the required +/-15% tolerance.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Worst case: 9.41% (cocobod_yield_regression, configA)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Best case: 0.68% (rainfall_interpolate, configA)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This confirms the measurement pipeline is internally consistent — not yet independent proof the formula predicts anything (see manual worked example for that).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Obed Ninson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Results — Roofline: All Three Kernels Are Memory-Bound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Every kernel, at both configurations, sits below its measured compute ceiling — none reach the compute-bound region.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cocobod_yield_regression: 66.9-71.5% of ceiling (closest to compute-bound of the three)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rainfall_interpolate: 15.5-36.4% of ceiling</a:t>
            </a:r>
          </a:p>
          <a:p>
            <a:pPr lvl="1">
              <a:spcAft>
                <a:spcPts val="700"/>
              </a:spcAft>
              <a:defRPr sz="1600">
                <a:solidFill>
                  <a:srgbClr val="444444"/>
                </a:solidFill>
              </a:defRPr>
            </a:pPr>
            <a:r>
              <a:t>momo_match: 19.1-29.1% of ceiling (furthest — latency-bound, not just bandwidth-bound)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This is exactly the finding a SPEC-style compute-bound benchmark would never surface for these workload classes.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Obed Ninson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Results — Amdahl's Law and the OpenMP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momo_match's serial (build) vs. parallel (probe) phases separately measured: 33.9% / 66.1% split.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Amdahl projects up to 2.37x speedup at 8x local parallelism.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MEASURED OpenMP speedup: 1.51x (2T), 1.77x (4T), 1.49x (8T) — sublinear, and actually WORSE at 8 threads than 4.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Explanation: random hash-table probes are memory-latency-bound; beyond 4 physical cores, hyperthreads compete for the same memory pipeline rather than adding independent throughput.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Amponsah Jonathan Boadu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Innovation: A Self-Calibrating Adaptive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Problem: a FIXED thread-count decision is wrong at small n — overhead exceeds the work itself.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Our fix: measure, at runtime, this machine's actual thread-launch overhead AND this workload's actual per-transaction cost, then decide.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At our project's real dataset size (n=20,000): a naive always-parallel version would be 8.5x SLOWER. Our adaptive kernel avoids this automatically.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At n=500,000+: correctly switches to parallel, captures ~2x real speedup.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RAPL energy measurement (the brief's other suggested idea) was investigated and confirmed unavailable in our WSL2 environment before choosing this direction.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Kumi Kelvin Gyabaah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One physical machine, not two — configs are taskset-restricted core counts, a brief-sanctioned but weaker substitution.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Cache-miss counter is a generic hardware event, not LLC-specific, due to a virtualisation limitation.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Measured (not vendor-datasheet) Roofline peaks — a more aggressive AVX2/FMA compute microbenchmark would likely raise the compute ceiling further.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Real run-to-run timing variance observed and documented throughout — exact figures are one run's output, not fixed constants.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MATLAB became unavailable on our machine during Week 4 — final validation numbers were reproduced directly in Python from the same formulas, disclosed explicitly.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Samuel Kojo Anafi Antwi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GH-Bench demonstrates, with real measured data, that generic benchmark methodology misses workload classes relevant to Ghanaian fintech/climate computing — all three of our kernels are memory-bound, a finding SPEC's own compute-bound selection criteria would never surface.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CPU-time equation validated on all 6 cells; Amdahl correctly bounded the measured OpenMP result; the innovation kernel delivered a concrete, measured benefit motivated directly by that finding.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What we'd do with one more week: an AVX2/FMA compute microbenchmark to test whether the Roofline ceiling classification changes, and investigate rainfall_interpolate's unexplained cache-miss jump at 8 cores.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Samuel Kojo Anafi Antwi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A4A"/>
                </a:solidFill>
              </a:defRPr>
            </a:pPr>
            <a:r>
              <a:t>Live Defence: Unseen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[Placeholder — the brief specifies the instructor provides an unseen third hardware/software configuration parameter at defence time.]</a:t>
            </a:r>
          </a:p>
          <a:p>
            <a:pPr>
              <a:spcAft>
                <a:spcPts val="700"/>
              </a:spcAft>
              <a:defRPr sz="1900">
                <a:solidFill>
                  <a:srgbClr val="1B2A4A"/>
                </a:solidFill>
              </a:defRPr>
            </a:pPr>
            <a:r>
              <a:t>Team should be ready to: describe, live, how the harness/experiment-matrix script would be extended to accept it; predict qualitatively where each kernel would land on the Roofline plot before running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18F01"/>
                </a:solidFill>
              </a:defRPr>
            </a:pPr>
            <a:r>
              <a:t>Presenter: Whole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